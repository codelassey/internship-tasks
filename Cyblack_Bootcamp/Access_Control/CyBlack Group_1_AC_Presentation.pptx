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D252F-5297-32F3-4F2E-68F54F42A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02EB5-D8CD-2164-D4DD-8B07C6AE7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095B1-4D13-27BD-D4A8-6DB134D46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E46A-6FE6-42C9-810E-1AA8C68CBE9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D431D-147E-BB79-3391-38EFC4CC4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8D755-4573-B0B2-0DFA-69F7784CC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5E3-17BE-4183-9108-C8B5E14A2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4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368CE-053C-BE90-579F-B9320E93B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9046B-4E9C-3995-4296-AEBB6D8E8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309A4-91C4-A894-96FD-C22D226A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E46A-6FE6-42C9-810E-1AA8C68CBE9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365F7-8762-1466-58DC-007A5FA62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8BB78-AEA3-6D19-86DD-C76F929DD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5E3-17BE-4183-9108-C8B5E14A2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87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1EA58-4FBE-44C6-6275-BA0939484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54FAF-6B40-666B-CC1C-E50FF2667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CBEF4-D6AC-FA25-20C1-82C38C9D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E46A-6FE6-42C9-810E-1AA8C68CBE9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67765-60B0-1C20-CEFB-199FB757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CD670-8BF9-0F5B-6159-5CE9BD6F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5E3-17BE-4183-9108-C8B5E14A2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0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3B7EA-4B98-897D-F724-1E320BB1E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32E0-8D92-1365-F984-4CC2BACB7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4AEFD-20DB-347F-8214-2A95623A4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35344-E7BA-126E-A410-362570845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E46A-6FE6-42C9-810E-1AA8C68CBE9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C98B-CF5D-E3D8-5424-5A42766FA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CCEC3-CCBF-D85B-3A27-A81CBBA7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5E3-17BE-4183-9108-C8B5E14A2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164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009C-2A4B-50A2-2017-9304A05E0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B619D-B4F4-BF92-F278-239723971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FAC4F-58FF-B25C-CCAE-AE2CE6B5B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4FF830-4B6A-C4CF-A766-DFA0B72942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9993D5-729B-964F-C318-961C49DC67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1A9FAE-1A00-E177-87B3-1D0CF05D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E46A-6FE6-42C9-810E-1AA8C68CBE9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8A15E2-978C-0A92-B2BA-505C1FFE3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95DC58-6FD1-D7C0-7946-DA6F4330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5E3-17BE-4183-9108-C8B5E14A2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85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393B1-9BA2-C789-B53E-A963161EC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B0E54-0DC1-69E4-FD1D-88F2E1C1A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E46A-6FE6-42C9-810E-1AA8C68CBE9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9E6C35-DCCF-A2D5-E4BD-A3FAADB93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90B03-7217-07C7-233A-FF6BC83C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5E3-17BE-4183-9108-C8B5E14A2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943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91877B-1F4B-11ED-4CD4-972CD037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E46A-6FE6-42C9-810E-1AA8C68CBE9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4FB74B-AE09-09F8-F320-6DA5F3BBB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32CAB-E122-2B35-29F8-D5783B8DB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5E3-17BE-4183-9108-C8B5E14A2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13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42C45-FD7D-4D48-1701-491E0F848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EC674-4D8A-B79F-EC28-F2F658437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60A49-C5F1-108D-C0B9-43FD54DD1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E269B-309F-D14A-D654-517538764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E46A-6FE6-42C9-810E-1AA8C68CBE9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7BA09-4007-2D31-C06F-38C8C810F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4249B-8A8E-485A-83DC-630D7884A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5E3-17BE-4183-9108-C8B5E14A2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972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D219E-9B2F-8160-64F7-0A36C02A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7B0B29-E200-9617-E155-77963F9127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DDAF57-D2FC-0F1F-6215-65B3B075F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BE9EC-E349-0125-8C38-B7C8B2D7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E46A-6FE6-42C9-810E-1AA8C68CBE9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97B16-A35A-3213-F758-5150A2528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F8994-5C0A-C6FC-4015-2DDDF5F28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5E3-17BE-4183-9108-C8B5E14A2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58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0B1B-631B-513C-3EF3-A21788B30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177ED-EA1B-5915-C0F0-D95768839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A6190-8360-1E29-076F-B9D36EA48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E46A-6FE6-42C9-810E-1AA8C68CBE9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08772-12DA-1F36-F394-5C300A96A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DDD5D-15F2-EC2D-457E-55149ACF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5E3-17BE-4183-9108-C8B5E14A2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65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DD1C72-E9D8-5980-A418-2088435BCD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59BA1-1D60-D78A-E30C-ADBCF5D3C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3ABB0-A822-01FB-A3A9-0C6B9E687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E46A-6FE6-42C9-810E-1AA8C68CBE9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D44DD-2017-E7B2-99D8-7ADB4A7B2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1B433-AD24-571B-C1C4-8852CCADE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5E3-17BE-4183-9108-C8B5E14A2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95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F18AB2-DC70-720E-8192-3CB279959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5CFE3-AF04-0D55-4051-91B7E39C9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BE476-0ED2-34FF-4C23-B2E9DDEEB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B0E46A-6FE6-42C9-810E-1AA8C68CBE9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38076-B17C-12BC-F8C9-8743D9C31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4FB33-1775-ECAE-222D-2C113884D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00C5E3-17BE-4183-9108-C8B5E14A2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57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4CB83-A416-318E-8597-F43782D3C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765" y="0"/>
            <a:ext cx="10837333" cy="897773"/>
          </a:xfrm>
        </p:spPr>
        <p:txBody>
          <a:bodyPr>
            <a:normAutofit/>
          </a:bodyPr>
          <a:lstStyle/>
          <a:p>
            <a:r>
              <a:rPr lang="en-US" sz="4800" b="1" dirty="0" err="1"/>
              <a:t>CyBlack</a:t>
            </a:r>
            <a:r>
              <a:rPr lang="en-US" sz="4800" b="1" dirty="0"/>
              <a:t> Group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395971-7F1D-6355-6498-854BD88E30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The Role of Physical Access Control in Overall Security Strategy">
            <a:extLst>
              <a:ext uri="{FF2B5EF4-FFF2-40B4-BE49-F238E27FC236}">
                <a16:creationId xmlns:a16="http://schemas.microsoft.com/office/drawing/2014/main" id="{CA4B4828-15B2-64B3-10E5-CA4F672A6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97773"/>
            <a:ext cx="12192000" cy="6854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35B07D-E860-A2F1-C195-50B79FC4F295}"/>
              </a:ext>
            </a:extLst>
          </p:cNvPr>
          <p:cNvSpPr txBox="1"/>
          <p:nvPr/>
        </p:nvSpPr>
        <p:spPr>
          <a:xfrm>
            <a:off x="-96253" y="5421647"/>
            <a:ext cx="44396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FF"/>
                </a:highlight>
              </a:rPr>
              <a:t>Prince Kwesi Lassey</a:t>
            </a:r>
          </a:p>
          <a:p>
            <a:r>
              <a:rPr lang="en-US" b="1" dirty="0">
                <a:highlight>
                  <a:srgbClr val="00FFFF"/>
                </a:highlight>
              </a:rPr>
              <a:t>Okeke Anthonia Chiamaka</a:t>
            </a:r>
          </a:p>
          <a:p>
            <a:r>
              <a:rPr lang="en-US" b="1" dirty="0">
                <a:highlight>
                  <a:srgbClr val="00FFFF"/>
                </a:highlight>
              </a:rPr>
              <a:t>Araga Joachim </a:t>
            </a:r>
            <a:r>
              <a:rPr lang="en-US" b="1" dirty="0" err="1">
                <a:highlight>
                  <a:srgbClr val="00FFFF"/>
                </a:highlight>
              </a:rPr>
              <a:t>Omeiza</a:t>
            </a:r>
            <a:endParaRPr lang="en-US" b="1" dirty="0">
              <a:highlight>
                <a:srgbClr val="00FFFF"/>
              </a:highlight>
            </a:endParaRPr>
          </a:p>
          <a:p>
            <a:r>
              <a:rPr lang="en-US" b="1" dirty="0">
                <a:highlight>
                  <a:srgbClr val="00FFFF"/>
                </a:highlight>
              </a:rPr>
              <a:t>Enioluwa </a:t>
            </a:r>
            <a:r>
              <a:rPr lang="en-US" b="1" dirty="0" err="1">
                <a:highlight>
                  <a:srgbClr val="00FFFF"/>
                </a:highlight>
              </a:rPr>
              <a:t>Oyedemi</a:t>
            </a:r>
            <a:endParaRPr lang="en-US" b="1" dirty="0">
              <a:highlight>
                <a:srgbClr val="00FFFF"/>
              </a:highlight>
            </a:endParaRPr>
          </a:p>
          <a:p>
            <a:r>
              <a:rPr lang="en-US" b="1" dirty="0">
                <a:highlight>
                  <a:srgbClr val="00FFFF"/>
                </a:highlight>
              </a:rPr>
              <a:t>Cynthia Chinemerem Ike-Uchendu</a:t>
            </a:r>
          </a:p>
          <a:p>
            <a:r>
              <a:rPr lang="en-US" b="1" dirty="0">
                <a:highlight>
                  <a:srgbClr val="00FFFF"/>
                </a:highlight>
              </a:rPr>
              <a:t>Daniel Afolabi</a:t>
            </a:r>
          </a:p>
        </p:txBody>
      </p:sp>
    </p:spTree>
    <p:extLst>
      <p:ext uri="{BB962C8B-B14F-4D97-AF65-F5344CB8AC3E}">
        <p14:creationId xmlns:p14="http://schemas.microsoft.com/office/powerpoint/2010/main" val="4115180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CB353-10E1-33C8-25B6-A3C539B15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Access Control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A3E2DF-7362-2763-76AA-D33294E9D0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11861"/>
            <a:ext cx="4246997" cy="389189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5197E7-D54A-1D49-3FA6-D7708DB7B102}"/>
              </a:ext>
            </a:extLst>
          </p:cNvPr>
          <p:cNvSpPr txBox="1"/>
          <p:nvPr/>
        </p:nvSpPr>
        <p:spPr>
          <a:xfrm>
            <a:off x="5939590" y="2394284"/>
            <a:ext cx="576713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safeguard or countermeasure designed to preserve the CIA Triad by limiting what data is available to whom according to a predefined set of rules. In terms of our task, the rule here is Role-Based Access control, which tends to manage user access to systems and resources based on their roles within an organization.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C3B678-14DA-8353-B2E7-BABA024A3A1F}"/>
              </a:ext>
            </a:extLst>
          </p:cNvPr>
          <p:cNvSpPr txBox="1"/>
          <p:nvPr/>
        </p:nvSpPr>
        <p:spPr>
          <a:xfrm>
            <a:off x="0" y="6516939"/>
            <a:ext cx="215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source: ISC2</a:t>
            </a:r>
          </a:p>
        </p:txBody>
      </p:sp>
    </p:spTree>
    <p:extLst>
      <p:ext uri="{BB962C8B-B14F-4D97-AF65-F5344CB8AC3E}">
        <p14:creationId xmlns:p14="http://schemas.microsoft.com/office/powerpoint/2010/main" val="1957829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3685D-E843-BE59-2914-1B619A03D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SCENARIO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0F6204-9CD8-5408-E948-FC4E15F4A3B7}"/>
              </a:ext>
            </a:extLst>
          </p:cNvPr>
          <p:cNvSpPr txBox="1"/>
          <p:nvPr/>
        </p:nvSpPr>
        <p:spPr>
          <a:xfrm>
            <a:off x="120316" y="1850149"/>
            <a:ext cx="43915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You are a junior security analyst reviewing </a:t>
            </a:r>
            <a:r>
              <a:rPr lang="en-US" sz="2800" dirty="0">
                <a:highlight>
                  <a:srgbClr val="FFFF00"/>
                </a:highlight>
              </a:rPr>
              <a:t>file permissions</a:t>
            </a:r>
            <a:r>
              <a:rPr lang="en-US" sz="2800" dirty="0"/>
              <a:t> in the /company directory. Each user should only access the folders relevant to their </a:t>
            </a:r>
            <a:r>
              <a:rPr lang="en-US" sz="2800" dirty="0">
                <a:highlight>
                  <a:srgbClr val="FFFF00"/>
                </a:highlight>
              </a:rPr>
              <a:t>role</a:t>
            </a:r>
            <a:r>
              <a:rPr lang="en-US" sz="2800" dirty="0"/>
              <a:t>. However, some users may have </a:t>
            </a:r>
            <a:r>
              <a:rPr lang="en-US" sz="2800" dirty="0">
                <a:highlight>
                  <a:srgbClr val="FFFF00"/>
                </a:highlight>
              </a:rPr>
              <a:t>excessive access.</a:t>
            </a:r>
          </a:p>
        </p:txBody>
      </p:sp>
      <p:pic>
        <p:nvPicPr>
          <p:cNvPr id="2050" name="Picture 2" descr="[Featured image] An instructor teaching cybersecurity skills assists a learner in a blue shirt on their laptop.">
            <a:extLst>
              <a:ext uri="{FF2B5EF4-FFF2-40B4-BE49-F238E27FC236}">
                <a16:creationId xmlns:a16="http://schemas.microsoft.com/office/drawing/2014/main" id="{B8C1BDF0-C6FB-8333-4383-430C0ECE9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062" y="1939249"/>
            <a:ext cx="7337307" cy="3606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3A5F39-5D9B-B4E2-9DD6-CF0E11CBCD42}"/>
              </a:ext>
            </a:extLst>
          </p:cNvPr>
          <p:cNvSpPr txBox="1"/>
          <p:nvPr/>
        </p:nvSpPr>
        <p:spPr>
          <a:xfrm>
            <a:off x="9786551" y="6562808"/>
            <a:ext cx="2545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Credit: Coursera</a:t>
            </a:r>
          </a:p>
        </p:txBody>
      </p:sp>
    </p:spTree>
    <p:extLst>
      <p:ext uri="{BB962C8B-B14F-4D97-AF65-F5344CB8AC3E}">
        <p14:creationId xmlns:p14="http://schemas.microsoft.com/office/powerpoint/2010/main" val="2983436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D834B-330C-A5A1-4BF3-6D3234EA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Role-Based Access Control of the Company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823709-F0D0-4A28-5DDC-8ECED7367F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4284" y="1852737"/>
            <a:ext cx="6822418" cy="4246955"/>
          </a:xfrm>
        </p:spPr>
      </p:pic>
    </p:spTree>
    <p:extLst>
      <p:ext uri="{BB962C8B-B14F-4D97-AF65-F5344CB8AC3E}">
        <p14:creationId xmlns:p14="http://schemas.microsoft.com/office/powerpoint/2010/main" val="3407678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7FDCA-830F-96BE-6C2E-EE0A0875D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Non-Repudiation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1693B5-F1D6-3B46-48FF-0603F5BFAE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2817" y="4524313"/>
            <a:ext cx="8225378" cy="151597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FF8744-8979-7F11-A783-AA83A50F3AC8}"/>
              </a:ext>
            </a:extLst>
          </p:cNvPr>
          <p:cNvSpPr txBox="1"/>
          <p:nvPr/>
        </p:nvSpPr>
        <p:spPr>
          <a:xfrm>
            <a:off x="838200" y="1540042"/>
            <a:ext cx="102268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assurance that someone cannot deny their actions because there’s undeniable evidence tying them to the act. As our Facilitators said, Logs don’t lie.</a:t>
            </a:r>
          </a:p>
        </p:txBody>
      </p:sp>
      <p:pic>
        <p:nvPicPr>
          <p:cNvPr id="3074" name="Picture 2" descr="Log file - Free interface icons">
            <a:extLst>
              <a:ext uri="{FF2B5EF4-FFF2-40B4-BE49-F238E27FC236}">
                <a16:creationId xmlns:a16="http://schemas.microsoft.com/office/drawing/2014/main" id="{0141AB65-B887-5189-3721-9B013B7E4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05" y="3089422"/>
            <a:ext cx="3287754" cy="3287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5517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7F1AC-5B9B-18CD-1C6C-4D07EF5FF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Violations Were Identified?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509B5-7A1C-5522-DC50-5DACD4176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53670"/>
          </a:xfrm>
        </p:spPr>
        <p:txBody>
          <a:bodyPr/>
          <a:lstStyle/>
          <a:p>
            <a:r>
              <a:rPr lang="en-US" dirty="0"/>
              <a:t>The only violation we identified was Alex who had access to </a:t>
            </a:r>
            <a:r>
              <a:rPr lang="en-US" dirty="0" err="1"/>
              <a:t>HR_Payroll</a:t>
            </a:r>
            <a:r>
              <a:rPr lang="en-US" dirty="0"/>
              <a:t> which should not have been so.</a:t>
            </a:r>
          </a:p>
          <a:p>
            <a:endParaRPr lang="en-US" dirty="0"/>
          </a:p>
        </p:txBody>
      </p:sp>
      <p:pic>
        <p:nvPicPr>
          <p:cNvPr id="4098" name="Picture 2" descr="1,100+ Boy Kid Sitting In Front Of Computer Monitor Online Education Stock  Photos, Pictures &amp; Royalty-Free Images - iStock">
            <a:extLst>
              <a:ext uri="{FF2B5EF4-FFF2-40B4-BE49-F238E27FC236}">
                <a16:creationId xmlns:a16="http://schemas.microsoft.com/office/drawing/2014/main" id="{CA411C7C-CE9C-C78C-FDA6-C92F0F147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024" y="2779295"/>
            <a:ext cx="5601702" cy="3734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FB98E6-3548-06F8-3CE3-230DA41AA87D}"/>
              </a:ext>
            </a:extLst>
          </p:cNvPr>
          <p:cNvSpPr txBox="1"/>
          <p:nvPr/>
        </p:nvSpPr>
        <p:spPr>
          <a:xfrm>
            <a:off x="10046368" y="6525309"/>
            <a:ext cx="3368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Credit: iStock</a:t>
            </a:r>
          </a:p>
        </p:txBody>
      </p:sp>
    </p:spTree>
    <p:extLst>
      <p:ext uri="{BB962C8B-B14F-4D97-AF65-F5344CB8AC3E}">
        <p14:creationId xmlns:p14="http://schemas.microsoft.com/office/powerpoint/2010/main" val="1713140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8F7D9-CB54-C5E2-7BF2-2E7CCF958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File Permissions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4F2355-35A2-4418-6FBF-789AE9B784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217" y="1671883"/>
            <a:ext cx="5512050" cy="41420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AF6551-7415-173E-64E8-578D435B2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33" y="1909334"/>
            <a:ext cx="5002731" cy="4132691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D25439F1-F8C2-8F9E-C9C3-A04F3C1C29FD}"/>
              </a:ext>
            </a:extLst>
          </p:cNvPr>
          <p:cNvSpPr/>
          <p:nvPr/>
        </p:nvSpPr>
        <p:spPr>
          <a:xfrm>
            <a:off x="4186989" y="3080084"/>
            <a:ext cx="1696453" cy="541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13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86E0E-DBCF-5467-F9E1-26F735771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 of Least Privilege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8B2DD-3AF9-5940-FDAB-F2E222103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811" y="1994067"/>
            <a:ext cx="60198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Alex’s access to </a:t>
            </a:r>
            <a:r>
              <a:rPr lang="en-US" dirty="0" err="1"/>
              <a:t>HR_Payroll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violated</a:t>
            </a:r>
            <a:r>
              <a:rPr lang="en-US" dirty="0"/>
              <a:t> the Principle of Least Privilege because it allowed him access to sensitive HR data </a:t>
            </a:r>
            <a:r>
              <a:rPr lang="en-US" dirty="0">
                <a:solidFill>
                  <a:srgbClr val="FF0000"/>
                </a:solidFill>
              </a:rPr>
              <a:t>irrelevant to his Intern role</a:t>
            </a:r>
            <a:r>
              <a:rPr lang="en-US" dirty="0"/>
              <a:t>. </a:t>
            </a:r>
          </a:p>
          <a:p>
            <a:r>
              <a:rPr lang="en-US" dirty="0"/>
              <a:t>Removing his access aligns with the Principle of Least Privilege, which states that users should only have access to resources necessary for their job functions and nothing more, </a:t>
            </a:r>
          </a:p>
          <a:p>
            <a:r>
              <a:rPr lang="en-US" dirty="0"/>
              <a:t>Thereby reducing the attack surface and protecting sensitive information</a:t>
            </a:r>
          </a:p>
          <a:p>
            <a:endParaRPr lang="en-US" dirty="0"/>
          </a:p>
        </p:txBody>
      </p:sp>
      <p:pic>
        <p:nvPicPr>
          <p:cNvPr id="5122" name="Picture 2" descr="What is the principle of “least privilege”? And should you be ...">
            <a:extLst>
              <a:ext uri="{FF2B5EF4-FFF2-40B4-BE49-F238E27FC236}">
                <a16:creationId xmlns:a16="http://schemas.microsoft.com/office/drawing/2014/main" id="{580A0E57-AE1A-3CB9-5FA9-51CBC4BB2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611" y="2174540"/>
            <a:ext cx="5715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691283-9B29-28AE-8C56-12246DB080BA}"/>
              </a:ext>
            </a:extLst>
          </p:cNvPr>
          <p:cNvSpPr txBox="1"/>
          <p:nvPr/>
        </p:nvSpPr>
        <p:spPr>
          <a:xfrm>
            <a:off x="7856621" y="5727032"/>
            <a:ext cx="3007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Hospitals</a:t>
            </a:r>
          </a:p>
        </p:txBody>
      </p:sp>
    </p:spTree>
    <p:extLst>
      <p:ext uri="{BB962C8B-B14F-4D97-AF65-F5344CB8AC3E}">
        <p14:creationId xmlns:p14="http://schemas.microsoft.com/office/powerpoint/2010/main" val="3646897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708FE-4FA9-0B92-C178-9F45BA4DB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Access Control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33785-F923-FCF3-B72B-27970529B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3" y="2506662"/>
            <a:ext cx="5666874" cy="4351338"/>
          </a:xfrm>
        </p:spPr>
        <p:txBody>
          <a:bodyPr/>
          <a:lstStyle/>
          <a:p>
            <a:r>
              <a:rPr lang="en-US" dirty="0"/>
              <a:t>We then made a set of rules and guidelines that define how users can access resources within the organization in compliance with the ISO 27001 Standard</a:t>
            </a:r>
          </a:p>
        </p:txBody>
      </p:sp>
      <p:pic>
        <p:nvPicPr>
          <p:cNvPr id="6146" name="Picture 2" descr="Access Control Policy Template Cover">
            <a:extLst>
              <a:ext uri="{FF2B5EF4-FFF2-40B4-BE49-F238E27FC236}">
                <a16:creationId xmlns:a16="http://schemas.microsoft.com/office/drawing/2014/main" id="{CA8B14B1-36A0-0DBE-D11C-C6D80D9F5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737" y="1436979"/>
            <a:ext cx="3891600" cy="4913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EAC7E5-904C-6765-8326-6237C75884E4}"/>
              </a:ext>
            </a:extLst>
          </p:cNvPr>
          <p:cNvSpPr txBox="1"/>
          <p:nvPr/>
        </p:nvSpPr>
        <p:spPr>
          <a:xfrm>
            <a:off x="8398043" y="6488668"/>
            <a:ext cx="4776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Source: IT Procedure Template</a:t>
            </a:r>
          </a:p>
        </p:txBody>
      </p:sp>
    </p:spTree>
    <p:extLst>
      <p:ext uri="{BB962C8B-B14F-4D97-AF65-F5344CB8AC3E}">
        <p14:creationId xmlns:p14="http://schemas.microsoft.com/office/powerpoint/2010/main" val="2977811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69F52-FD0A-4422-1F95-6BCADBA69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What’s the Policy About?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C522F5-41C6-874A-516A-3C3F8C208E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490" t="830" r="9226" b="-830"/>
          <a:stretch>
            <a:fillRect/>
          </a:stretch>
        </p:blipFill>
        <p:spPr>
          <a:xfrm>
            <a:off x="128335" y="1690688"/>
            <a:ext cx="5545933" cy="458979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FDDBB2-C885-B207-2CF5-36D3DC7506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31" r="4047"/>
          <a:stretch>
            <a:fillRect/>
          </a:stretch>
        </p:blipFill>
        <p:spPr>
          <a:xfrm>
            <a:off x="5772438" y="1690688"/>
            <a:ext cx="6291227" cy="458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97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BD344-F999-9CFB-F828-F5A80C352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What’s the Policy About?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52535A7-8004-3F55-FB7B-A6DA7540FD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436" r="4747"/>
          <a:stretch>
            <a:fillRect/>
          </a:stretch>
        </p:blipFill>
        <p:spPr>
          <a:xfrm>
            <a:off x="0" y="1839590"/>
            <a:ext cx="5959493" cy="401058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003B0C-9E77-4C6E-7F3E-CE175D8CD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096" y="1839590"/>
            <a:ext cx="6115904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145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5C47F-374A-D6E6-A1FC-5B6933DA8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58" y="4703302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174" name="Picture 6" descr="Cybersecurity PowerPoint Template - SlideBazaar">
            <a:extLst>
              <a:ext uri="{FF2B5EF4-FFF2-40B4-BE49-F238E27FC236}">
                <a16:creationId xmlns:a16="http://schemas.microsoft.com/office/drawing/2014/main" id="{41C238B6-BA58-C18A-9731-29D3899D0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9149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309</Words>
  <Application>Microsoft Office PowerPoint</Application>
  <PresentationFormat>Widescreen</PresentationFormat>
  <Paragraphs>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CyBlack Group 1</vt:lpstr>
      <vt:lpstr>Access Control</vt:lpstr>
      <vt:lpstr>SCENARIO</vt:lpstr>
      <vt:lpstr>Role-Based Access Control of the Company</vt:lpstr>
      <vt:lpstr>Non-Repudiation</vt:lpstr>
      <vt:lpstr>What Violations Were Identified?</vt:lpstr>
      <vt:lpstr>Fixed File Permissions</vt:lpstr>
      <vt:lpstr>Principle of Least Privilege</vt:lpstr>
      <vt:lpstr>Access Control Policy</vt:lpstr>
      <vt:lpstr>What’s the Policy About?</vt:lpstr>
      <vt:lpstr>What’s the Policy About?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Lassey</dc:creator>
  <cp:lastModifiedBy>Prince Lassey</cp:lastModifiedBy>
  <cp:revision>6</cp:revision>
  <dcterms:created xsi:type="dcterms:W3CDTF">2025-06-15T11:56:35Z</dcterms:created>
  <dcterms:modified xsi:type="dcterms:W3CDTF">2025-06-15T16:02:25Z</dcterms:modified>
</cp:coreProperties>
</file>